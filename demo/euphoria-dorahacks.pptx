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Euphoria strategy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BTC</c:v>
                  </c:pt>
                  <c:pt idx="1">
                    <c:v>ETH</c:v>
                  </c:pt>
                  <c:pt idx="2">
                    <c:v>SOL</c:v>
                  </c:pt>
                  <c:pt idx="3">
                    <c:v>CAKE</c:v>
                  </c:pt>
                  <c:pt idx="4">
                    <c:v>BNB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2</c:v>
                </c:pt>
                <c:pt idx="2">
                  <c:v>2</c:v>
                </c:pt>
                <c:pt idx="3">
                  <c:v>-11</c:v>
                </c:pt>
                <c:pt idx="4">
                  <c:v>-16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 &amp; hold</c:v>
                </c:pt>
              </c:strCache>
            </c:strRef>
          </c:tx>
          <c:spPr>
            <a:solidFill>
              <a:srgbClr val="A0A0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BTC</c:v>
                  </c:pt>
                  <c:pt idx="1">
                    <c:v>ETH</c:v>
                  </c:pt>
                  <c:pt idx="2">
                    <c:v>SOL</c:v>
                  </c:pt>
                  <c:pt idx="3">
                    <c:v>CAKE</c:v>
                  </c:pt>
                  <c:pt idx="4">
                    <c:v>BNB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-32</c:v>
                </c:pt>
                <c:pt idx="1">
                  <c:v>-47</c:v>
                </c:pt>
                <c:pt idx="2">
                  <c:v>-49</c:v>
                </c:pt>
                <c:pt idx="3">
                  <c:v>-33</c:v>
                </c:pt>
                <c:pt idx="4">
                  <c:v>-38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0D1A"/>
                </a:solidFill>
                <a:latin typeface="Menl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50"/>
        </c:scaling>
        <c:delete val="0"/>
        <c:axPos val="l"/>
        <c:majorGridlines>
          <c:spPr>
            <a:ln w="6350" cap="flat">
              <a:solidFill>
                <a:srgbClr val="E6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85"/>
                </a:solidFill>
                <a:latin typeface="Menlo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5F6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6B85"/>
              </a:solidFill>
              <a:latin typeface="Helvetica Neue"/>
              <a:cs typeface="Helvetica Neue"/>
            </a:defRPr>
          </a:pPr>
          <a:endParaRPr lang="en-US"/>
        </a:p>
      </c:txPr>
    </c:legend>
    <c:plotVisOnly val="1"/>
    <c:dispBlanksAs val="span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937760" cy="4937760"/>
          </a:xfrm>
          <a:prstGeom prst="ellipse">
            <a:avLst/>
          </a:prstGeom>
          <a:solidFill>
            <a:srgbClr val="93C5F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17613" y="-574243"/>
            <a:ext cx="4197096" cy="4197096"/>
          </a:xfrm>
          <a:prstGeom prst="ellipse">
            <a:avLst/>
          </a:prstGeom>
          <a:solidFill>
            <a:srgbClr val="C4B5FD">
              <a:alpha val="4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27571" y="512064"/>
            <a:ext cx="3456432" cy="3456432"/>
          </a:xfrm>
          <a:prstGeom prst="ellipse">
            <a:avLst/>
          </a:prstGeom>
          <a:solidFill>
            <a:srgbClr val="A5B4FC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585216"/>
            <a:ext cx="100584" cy="1005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BNB HACK  ·  TRACK 2 — STRATEGY SKILLS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7784" y="13258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Euphoria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 market emotions, not charts.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market-psychology engine that turns crowd FOMO, narrative, and bubble-risk into a deterministic, backtestable trading strategy on BNB Chain.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572000"/>
            <a:ext cx="7955280" cy="0"/>
          </a:xfrm>
          <a:prstGeom prst="line">
            <a:avLst/>
          </a:prstGeom>
          <a:noFill/>
          <a:ln w="12700">
            <a:solidFill>
              <a:srgbClr val="E6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Sponsor capability — CoinMarketCap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github.com/artomily/euphoria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00584" cy="1005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—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Traders have every chart.</a:t>
            </a:r>
            <a:endParaRPr lang="en-US" sz="3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They’re still losing.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94360" y="3337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tool measures price. None measures the emotion driving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492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1500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buy euphoria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0" y="14264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Crowd excitement peaks, retail piles in at the top — then price collapses.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74920" y="2139696"/>
            <a:ext cx="3474720" cy="0"/>
          </a:xfrm>
          <a:prstGeom prst="line">
            <a:avLst/>
          </a:prstGeom>
          <a:noFill/>
          <a:ln w="12700">
            <a:solidFill>
              <a:srgbClr val="E6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1500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sell fear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0" y="263347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Panic at the bottom shakes them out, right before the recovery they miss.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74920" y="3346704"/>
            <a:ext cx="3474720" cy="0"/>
          </a:xfrm>
          <a:prstGeom prst="line">
            <a:avLst/>
          </a:prstGeom>
          <a:noFill/>
          <a:ln w="12700">
            <a:solidFill>
              <a:srgbClr val="E6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5112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715000" y="34930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instrument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RSI, MACD, candlesticks — none quantify when the crowd is over-extended.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00584" cy="1005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—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market-psychology engine for BNB Chain.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749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21408"/>
            <a:ext cx="411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AI PIPELINE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agents debate, one judge decides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Scout reads the market. Narrative explains the move. Crowd scores the FOMO. Reverse hunts the bubble. Judge returns BUY / SELL / WATCH — with reasoning, never a black box.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828800"/>
            <a:ext cx="3749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74920" y="2121408"/>
            <a:ext cx="411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STRATEGY SKILL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2606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Deterministic &amp; backtestable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7492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same thesis as a pure, reproducible rule set — shipped as euphoria-strategy, a zero-dependency npm package. Same candles in, same signals out. Unit-tested.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709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Ride healthy momentum — step aside to cash the moment the crowd turns euphoric or fearful.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00584" cy="1005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—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request → full debate + verdict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83080"/>
            <a:ext cx="1463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783080"/>
            <a:ext cx="146304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22951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heuristic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255117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 data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momentum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01952" y="232714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39696" y="1783080"/>
            <a:ext cx="1463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9696" y="1783080"/>
            <a:ext cx="14630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2139696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39696" y="22951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39696" y="255117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moves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catalysts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02736" y="232714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1783080"/>
            <a:ext cx="1463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0" y="1783080"/>
            <a:ext cx="14630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Crowd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22951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flash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0" y="255117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FOMO score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0–100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32714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41264" y="1783080"/>
            <a:ext cx="1463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41264" y="1783080"/>
            <a:ext cx="14630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541264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Reverse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41264" y="22951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flash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41264" y="255117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bubble risk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contrarian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04304" y="232714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42048" y="1783080"/>
            <a:ext cx="1463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42048" y="1783080"/>
            <a:ext cx="14630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242048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42048" y="22951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42048" y="255117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BUY / SELL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31012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Crowd ∥ Reverse run in parallel — two independent verdicts, shown as a debate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28800" y="3794760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16 · TypeScript strict · Vercel serverless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" y="4105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0" y="4105656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CoinMarketCap (sponsor) · DexScreener · Binance klines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4360" y="4416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828800" y="441655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OpenAI-compatible gateway · Gemini 2.5 Pro / Flash · Zod-validated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" y="4727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28800" y="4727448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euphoria-strategy · zero-dependency npm · unit-tested (Vitest)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00584" cy="1005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— DOES IT WORK?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Beats buy &amp; hold with 2–4× smaller drawdowns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600200"/>
          <a:ext cx="5212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+6%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12648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BTC strategy return vs −32% buy &amp; hold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3017520"/>
            <a:ext cx="2423160" cy="0"/>
          </a:xfrm>
          <a:prstGeom prst="line">
            <a:avLst/>
          </a:prstGeom>
          <a:noFill/>
          <a:ln w="12700">
            <a:solidFill>
              <a:srgbClr val="E6E7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3154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Capital preserved on every BNB-ecosystem asset tested by stepping aside before crashes.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4709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Deterministic · unit-tested (Vitest) · reproduce live at /backtest — figures move with daily data.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00584" cy="1005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— 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another GPT-wrapper bot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002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Emotion is the signal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368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FOMO, narrative &amp; bubble-risk are the strategy — not a footnote on top of RSI.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78308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0" y="2002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debate, not a prompt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368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Bull and bear agents argue in parallel; an independent judge synthesizes. Both sides, every call.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2900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648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Reproducible by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0142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LLMs for nuance, but the shipped strategy is pure &amp; replayable. Most AI strategies aren’t. Ours 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42900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7EE"/>
            </a:solidFill>
            <a:prstDash val="solid"/>
          </a:ln>
          <a:effectLst>
            <a:outerShdw sx="100000" sy="100000" kx="0" ky="0" algn="bl" rotWithShape="0" blurRad="114300" dist="25400" dir="8100000">
              <a:srgbClr val="1A1A2E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3648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Traceable, never breaks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40142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score attributed to its source. Zod-validated output. Agents degrade gracefully on failure.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00584" cy="1005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— THE AMBITION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 psychology as a first-class data layer for crypto.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075688"/>
            <a:ext cx="411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21992"/>
            <a:ext cx="243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0D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43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5-agent live pipeline, real LLM verdicts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euphoria-strategy npm — unit-tested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Backtest UI + API on live history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CoinMarketCap sponsor capability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2800" y="2075688"/>
            <a:ext cx="411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352800" y="2221992"/>
            <a:ext cx="243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0D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2800" y="2651760"/>
            <a:ext cx="243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Deeper CMC Agent Hub signals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FOMO Radar across narratives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Real-time signal streaming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Watchlists + portfolio emotion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11240" y="2075688"/>
            <a:ext cx="411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111240" y="2221992"/>
            <a:ext cx="243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0D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11240" y="2651760"/>
            <a:ext cx="243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Wallet Agent Kit execution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Social + on-chain behavioral data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 Skill marketplace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Institutional psychology API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2194560"/>
            <a:ext cx="4572000" cy="4572000"/>
          </a:xfrm>
          <a:prstGeom prst="ellipse">
            <a:avLst/>
          </a:prstGeom>
          <a:solidFill>
            <a:srgbClr val="93C5F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017520"/>
            <a:ext cx="3886200" cy="3886200"/>
          </a:xfrm>
          <a:prstGeom prst="ellipse">
            <a:avLst/>
          </a:prstGeom>
          <a:solidFill>
            <a:srgbClr val="C4B5FD">
              <a:alpha val="4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023360"/>
            <a:ext cx="3200400" cy="3200400"/>
          </a:xfrm>
          <a:prstGeom prst="ellipse">
            <a:avLst/>
          </a:prstGeom>
          <a:solidFill>
            <a:srgbClr val="A5B4FC">
              <a:alpha val="3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57784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0D0D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Euphoria</a:t>
            </a:r>
            <a:endParaRPr lang="en-US" sz="74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 market emotions, not charts.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0D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euphoria-agent.vercel.app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73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3273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0D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github.com/artomily/euphoria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124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npm package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3712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0D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euphoria-strategy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1513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video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41513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0D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youtu.be/jZCJwJTpH4c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617720"/>
            <a:ext cx="7955280" cy="0"/>
          </a:xfrm>
          <a:prstGeom prst="line">
            <a:avLst/>
          </a:prstGeom>
          <a:noFill/>
          <a:ln w="12700">
            <a:solidFill>
              <a:srgbClr val="E6E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Psychological signals for research &amp; education — not financial advice.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BNB Hack · Track 2 · CoinMarketCap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Euphoria — Trade Market Emotions, Not Charts</dc:title>
  <dc:subject>PptxGenJS Presentation</dc:subject>
  <dc:creator>artomily</dc:creator>
  <cp:lastModifiedBy>artomily</cp:lastModifiedBy>
  <cp:revision>1</cp:revision>
  <dcterms:created xsi:type="dcterms:W3CDTF">2026-06-21T14:00:47Z</dcterms:created>
  <dcterms:modified xsi:type="dcterms:W3CDTF">2026-06-21T14:00:47Z</dcterms:modified>
</cp:coreProperties>
</file>